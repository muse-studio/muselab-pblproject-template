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6C2957-4CCC-0ACF-1F0E-03E975EB3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EC61A0F-6087-F900-F532-082480EF4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FC5A8A-A68D-A55F-0D12-74A6DFAE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8124A8-4B44-577F-EB18-F38B8C5A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C3CB8B-4231-604C-E0D4-7993C34B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6932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350A6D-6331-EFBA-6E5F-9190621BC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4F2E14-8358-6A1F-8D99-C59282230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640779-830A-9BEB-C831-19F19102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91B882-3A18-AE13-EFF4-316CD4DE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4178B7-55C9-8F60-549D-715AD157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070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21C96-79FC-645A-88B3-8DAAA61C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C146D0-D8F4-E95F-ABEC-E51B9FE4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660D7-D02A-B7D1-924F-2838A389A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BC3F6C-7770-9679-3D8B-F7D9E245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C4E11C-6239-3B33-2CAB-2022E63E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76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C1F101-C341-A020-E81D-9A103253C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9F1EB0-B4AD-BE1F-EDCC-5A9B179638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83C969-1391-D90C-2C4D-1BCCD2B3F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39F244-6F10-B514-7989-A088744B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955A8A-1C2D-3FCE-E2CD-00F2A056D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56C362-7371-E469-8F5F-56000443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392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EF5A90-6638-4A4D-E844-1CCB63403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69B0A3-653C-FE5D-206A-B3CE17017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642FC3-A3D4-53D3-7489-9F2A46C9F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156A8C-4BF0-17CF-0502-893847CDD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6552593-75BA-7354-6A0A-ED32C1E17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561CA5A-A0B7-191E-45BC-1334B504F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DDD0E91-A4A6-D206-717E-DA34ECB0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DD28B3F-B184-FEEE-6806-859EC80C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4E5C3E-EA17-DDB4-0FD8-E1C03F9DF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5944DB4-547A-2200-50CE-C608D5B8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869DEEA-A5A0-4FB6-579E-62F897114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E34BE82-276F-8628-B4EA-A16A150C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38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153C1E7-B6E4-3BF5-4B7D-004C017F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D199C2E-5D0A-3FE3-F01A-AD27E91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B69C2D-BC02-D7CD-62A4-D5CE57C7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5250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BB012-E469-4E56-DF6B-26CA41A35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26390C-4F92-EC26-8BCB-A35625313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747AB8-5BAB-CE02-A760-052F40E96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7B719A-1854-B136-5476-21D4AA12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4A9B31-C625-5DAB-8913-02B3F649A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1AE6CE-0FC6-75EB-14BB-29025625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3624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28C5C-F180-DA1A-BD65-63E67580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709BE36-AFD4-6369-D647-261F33F01C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14C6F8-0B88-95C0-651E-2E3E5A97E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7FA1B7-533E-3657-E67D-2AFA49E5E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6B21F4-E14E-4FB5-F2F4-102E118FE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878D9B-53C4-3796-A7CE-3326AA65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47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0EDFA-2A43-484A-FBA1-BCE7C2AD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B24D6A-8E7C-E954-E677-103B48D8B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875933-AF90-A72D-71DE-DB9F9DD6B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4C2EF1-9D51-834A-DFE6-41048D22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16E6AC-AA9B-2911-37EB-8FAE291E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798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75FBC34-173B-0B03-B455-586923399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C91386D-B8BA-D65B-1BAF-874D5DCDE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5315CA-7908-C822-5F58-023AD110A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E15F84-0364-46F5-0B32-53FF1AAF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F31214-1B3B-F938-51E8-7C070E4E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985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3A8780-4027-E420-12B4-4621261D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8D7AF5-F92D-62EF-74CA-921830F1A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89191A-A30D-AC6A-B4AA-B3F46E01C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4DFA6-3E1C-447A-9FDB-AE240EF22FDB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5C03E9-192F-4A59-5B7E-D97D99400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3AD9A6-4E58-7877-1FDA-5A7D6A406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1ED76-0D6E-4323-9321-5B01DA880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0961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8B3E47-63DB-B2FA-3E40-B8277437037E}"/>
              </a:ext>
            </a:extLst>
          </p:cNvPr>
          <p:cNvSpPr/>
          <p:nvPr/>
        </p:nvSpPr>
        <p:spPr>
          <a:xfrm>
            <a:off x="518160" y="417487"/>
            <a:ext cx="11219750" cy="29553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103F3CE-A620-D1BE-A10E-DFE14F09DC54}"/>
              </a:ext>
            </a:extLst>
          </p:cNvPr>
          <p:cNvSpPr/>
          <p:nvPr/>
        </p:nvSpPr>
        <p:spPr>
          <a:xfrm>
            <a:off x="518160" y="3623683"/>
            <a:ext cx="11219750" cy="29553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5896890C-E001-5147-5C52-7E9F3F1BB833}"/>
              </a:ext>
            </a:extLst>
          </p:cNvPr>
          <p:cNvSpPr/>
          <p:nvPr/>
        </p:nvSpPr>
        <p:spPr>
          <a:xfrm rot="19824443">
            <a:off x="1125171" y="2406480"/>
            <a:ext cx="401023" cy="21316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2D29D8F-3F9A-370F-FF2D-F87A3F757CBF}"/>
              </a:ext>
            </a:extLst>
          </p:cNvPr>
          <p:cNvSpPr/>
          <p:nvPr/>
        </p:nvSpPr>
        <p:spPr>
          <a:xfrm>
            <a:off x="1458779" y="1672011"/>
            <a:ext cx="45719" cy="7819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4829A55-45DF-E4BD-46A6-51F8BDFF2BD0}"/>
              </a:ext>
            </a:extLst>
          </p:cNvPr>
          <p:cNvSpPr txBox="1"/>
          <p:nvPr/>
        </p:nvSpPr>
        <p:spPr>
          <a:xfrm>
            <a:off x="668824" y="545341"/>
            <a:ext cx="494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四分音符が基準の場合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0062F60-1B0B-9E7C-9B92-95FF813A8C83}"/>
              </a:ext>
            </a:extLst>
          </p:cNvPr>
          <p:cNvSpPr txBox="1"/>
          <p:nvPr/>
        </p:nvSpPr>
        <p:spPr>
          <a:xfrm>
            <a:off x="1810270" y="1929461"/>
            <a:ext cx="1567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＝　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180</a:t>
            </a:r>
            <a:endParaRPr kumimoji="1" lang="ja-JP" altLang="en-US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92BDEE35-100E-D40F-B8E0-A64CE619D11C}"/>
              </a:ext>
            </a:extLst>
          </p:cNvPr>
          <p:cNvSpPr/>
          <p:nvPr/>
        </p:nvSpPr>
        <p:spPr>
          <a:xfrm rot="19824443">
            <a:off x="1074371" y="5627200"/>
            <a:ext cx="401023" cy="21316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B311609-2DFB-E7CA-4D5C-B288AD66F6B1}"/>
              </a:ext>
            </a:extLst>
          </p:cNvPr>
          <p:cNvSpPr/>
          <p:nvPr/>
        </p:nvSpPr>
        <p:spPr>
          <a:xfrm>
            <a:off x="1413060" y="4866572"/>
            <a:ext cx="45719" cy="7819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655953E-4172-343E-BBE1-D93CB9EF9052}"/>
              </a:ext>
            </a:extLst>
          </p:cNvPr>
          <p:cNvSpPr txBox="1"/>
          <p:nvPr/>
        </p:nvSpPr>
        <p:spPr>
          <a:xfrm>
            <a:off x="1759470" y="5150181"/>
            <a:ext cx="1567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＝　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180</a:t>
            </a:r>
            <a:endParaRPr kumimoji="1" lang="ja-JP" altLang="en-US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BBBD15F-C6EB-C7D9-1B3A-D43A6C78E284}"/>
              </a:ext>
            </a:extLst>
          </p:cNvPr>
          <p:cNvSpPr txBox="1"/>
          <p:nvPr/>
        </p:nvSpPr>
        <p:spPr>
          <a:xfrm>
            <a:off x="668824" y="3815825"/>
            <a:ext cx="7388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その他の音符が基準の場合（例：八分音符）</a:t>
            </a:r>
            <a:endParaRPr kumimoji="1" lang="ja-JP" altLang="en-US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5BFB447D-009D-3A90-06A2-268875BF87AB}"/>
              </a:ext>
            </a:extLst>
          </p:cNvPr>
          <p:cNvSpPr/>
          <p:nvPr/>
        </p:nvSpPr>
        <p:spPr>
          <a:xfrm rot="19107636" flipH="1">
            <a:off x="1379982" y="4842988"/>
            <a:ext cx="296199" cy="516746"/>
          </a:xfrm>
          <a:custGeom>
            <a:avLst/>
            <a:gdLst>
              <a:gd name="connsiteX0" fmla="*/ 57897 w 296199"/>
              <a:gd name="connsiteY0" fmla="*/ 0 h 516746"/>
              <a:gd name="connsiteX1" fmla="*/ 50586 w 296199"/>
              <a:gd name="connsiteY1" fmla="*/ 9728 h 516746"/>
              <a:gd name="connsiteX2" fmla="*/ 0 w 296199"/>
              <a:gd name="connsiteY2" fmla="*/ 191549 h 516746"/>
              <a:gd name="connsiteX3" fmla="*/ 296199 w 296199"/>
              <a:gd name="connsiteY3" fmla="*/ 516746 h 516746"/>
              <a:gd name="connsiteX4" fmla="*/ 118930 w 296199"/>
              <a:gd name="connsiteY4" fmla="*/ 191549 h 516746"/>
              <a:gd name="connsiteX5" fmla="*/ 131279 w 296199"/>
              <a:gd name="connsiteY5" fmla="*/ 92407 h 516746"/>
              <a:gd name="connsiteX6" fmla="*/ 133879 w 296199"/>
              <a:gd name="connsiteY6" fmla="*/ 85762 h 51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199" h="516746">
                <a:moveTo>
                  <a:pt x="57897" y="0"/>
                </a:moveTo>
                <a:lnTo>
                  <a:pt x="50586" y="9728"/>
                </a:lnTo>
                <a:cubicBezTo>
                  <a:pt x="18649" y="61630"/>
                  <a:pt x="0" y="124198"/>
                  <a:pt x="0" y="191549"/>
                </a:cubicBezTo>
                <a:cubicBezTo>
                  <a:pt x="0" y="371150"/>
                  <a:pt x="132613" y="516746"/>
                  <a:pt x="296199" y="516746"/>
                </a:cubicBezTo>
                <a:cubicBezTo>
                  <a:pt x="187047" y="452488"/>
                  <a:pt x="118930" y="327528"/>
                  <a:pt x="118930" y="191549"/>
                </a:cubicBezTo>
                <a:cubicBezTo>
                  <a:pt x="118930" y="157554"/>
                  <a:pt x="123187" y="124248"/>
                  <a:pt x="131279" y="92407"/>
                </a:cubicBezTo>
                <a:lnTo>
                  <a:pt x="133879" y="85762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453A8B66-DDAE-BB7B-21AC-4AC4FD6E7B6A}"/>
              </a:ext>
            </a:extLst>
          </p:cNvPr>
          <p:cNvSpPr/>
          <p:nvPr/>
        </p:nvSpPr>
        <p:spPr>
          <a:xfrm>
            <a:off x="4000480" y="4817058"/>
            <a:ext cx="4030610" cy="1189465"/>
          </a:xfrm>
          <a:prstGeom prst="rightArrow">
            <a:avLst>
              <a:gd name="adj1" fmla="val 50000"/>
              <a:gd name="adj2" fmla="val 10437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四分音符基準に直す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813A4CC7-4594-FAF5-4A12-582324990789}"/>
              </a:ext>
            </a:extLst>
          </p:cNvPr>
          <p:cNvSpPr/>
          <p:nvPr/>
        </p:nvSpPr>
        <p:spPr>
          <a:xfrm rot="19824443">
            <a:off x="8521651" y="5636405"/>
            <a:ext cx="401023" cy="21316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AA086EE-98CF-6AF2-D73D-9AD185824B73}"/>
              </a:ext>
            </a:extLst>
          </p:cNvPr>
          <p:cNvSpPr/>
          <p:nvPr/>
        </p:nvSpPr>
        <p:spPr>
          <a:xfrm>
            <a:off x="8855259" y="4901936"/>
            <a:ext cx="45719" cy="7819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22C22D0-FB02-703F-B061-AF12F96C1F5C}"/>
              </a:ext>
            </a:extLst>
          </p:cNvPr>
          <p:cNvSpPr txBox="1"/>
          <p:nvPr/>
        </p:nvSpPr>
        <p:spPr>
          <a:xfrm>
            <a:off x="9206750" y="5159386"/>
            <a:ext cx="1567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＝　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90</a:t>
            </a:r>
            <a:endParaRPr kumimoji="1" lang="ja-JP" altLang="en-US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4638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mio sasaki</dc:creator>
  <cp:lastModifiedBy>mio sasaki</cp:lastModifiedBy>
  <cp:revision>1</cp:revision>
  <dcterms:created xsi:type="dcterms:W3CDTF">2025-01-27T04:59:58Z</dcterms:created>
  <dcterms:modified xsi:type="dcterms:W3CDTF">2025-01-27T05:07:23Z</dcterms:modified>
</cp:coreProperties>
</file>