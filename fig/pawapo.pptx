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D7E5BE-DE1B-417A-B5B0-45924947C239}" v="3" dt="2025-01-30T05:49:30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o sasaki" userId="4a654686f18dab2c" providerId="LiveId" clId="{14D7E5BE-DE1B-417A-B5B0-45924947C239}"/>
    <pc:docChg chg="custSel addSld modSld">
      <pc:chgData name="mio sasaki" userId="4a654686f18dab2c" providerId="LiveId" clId="{14D7E5BE-DE1B-417A-B5B0-45924947C239}" dt="2025-01-30T18:04:50.545" v="147" actId="478"/>
      <pc:docMkLst>
        <pc:docMk/>
      </pc:docMkLst>
      <pc:sldChg chg="addSp delSp modSp mod">
        <pc:chgData name="mio sasaki" userId="4a654686f18dab2c" providerId="LiveId" clId="{14D7E5BE-DE1B-417A-B5B0-45924947C239}" dt="2025-01-30T05:50:33.023" v="144" actId="20577"/>
        <pc:sldMkLst>
          <pc:docMk/>
          <pc:sldMk cId="1214638267" sldId="257"/>
        </pc:sldMkLst>
        <pc:spChg chg="add mod">
          <ac:chgData name="mio sasaki" userId="4a654686f18dab2c" providerId="LiveId" clId="{14D7E5BE-DE1B-417A-B5B0-45924947C239}" dt="2025-01-30T05:46:04.804" v="67" actId="1076"/>
          <ac:spMkLst>
            <pc:docMk/>
            <pc:sldMk cId="1214638267" sldId="257"/>
            <ac:spMk id="2" creationId="{01AD9725-C410-5FE6-1D41-F0FBB623394B}"/>
          </ac:spMkLst>
        </pc:spChg>
        <pc:spChg chg="add mod">
          <ac:chgData name="mio sasaki" userId="4a654686f18dab2c" providerId="LiveId" clId="{14D7E5BE-DE1B-417A-B5B0-45924947C239}" dt="2025-01-30T05:49:28.082" v="89" actId="1076"/>
          <ac:spMkLst>
            <pc:docMk/>
            <pc:sldMk cId="1214638267" sldId="257"/>
            <ac:spMk id="3" creationId="{8B85C44B-8123-EB1C-1279-9B38087DFD05}"/>
          </ac:spMkLst>
        </pc:spChg>
        <pc:spChg chg="mod">
          <ac:chgData name="mio sasaki" userId="4a654686f18dab2c" providerId="LiveId" clId="{14D7E5BE-DE1B-417A-B5B0-45924947C239}" dt="2025-01-30T05:44:10.905" v="53" actId="1076"/>
          <ac:spMkLst>
            <pc:docMk/>
            <pc:sldMk cId="1214638267" sldId="257"/>
            <ac:spMk id="4" creationId="{5896890C-E001-5147-5C52-7E9F3F1BB833}"/>
          </ac:spMkLst>
        </pc:spChg>
        <pc:spChg chg="mod">
          <ac:chgData name="mio sasaki" userId="4a654686f18dab2c" providerId="LiveId" clId="{14D7E5BE-DE1B-417A-B5B0-45924947C239}" dt="2025-01-30T05:44:10.905" v="53" actId="1076"/>
          <ac:spMkLst>
            <pc:docMk/>
            <pc:sldMk cId="1214638267" sldId="257"/>
            <ac:spMk id="5" creationId="{B2D29D8F-3F9A-370F-FF2D-F87A3F757CBF}"/>
          </ac:spMkLst>
        </pc:spChg>
        <pc:spChg chg="mod">
          <ac:chgData name="mio sasaki" userId="4a654686f18dab2c" providerId="LiveId" clId="{14D7E5BE-DE1B-417A-B5B0-45924947C239}" dt="2025-01-30T05:50:33.023" v="144" actId="20577"/>
          <ac:spMkLst>
            <pc:docMk/>
            <pc:sldMk cId="1214638267" sldId="257"/>
            <ac:spMk id="6" creationId="{B4829A55-45DF-E4BD-46A6-51F8BDFF2BD0}"/>
          </ac:spMkLst>
        </pc:spChg>
        <pc:spChg chg="add mod">
          <ac:chgData name="mio sasaki" userId="4a654686f18dab2c" providerId="LiveId" clId="{14D7E5BE-DE1B-417A-B5B0-45924947C239}" dt="2025-01-30T05:49:28.082" v="89" actId="1076"/>
          <ac:spMkLst>
            <pc:docMk/>
            <pc:sldMk cId="1214638267" sldId="257"/>
            <ac:spMk id="9" creationId="{EB8F6715-A06A-00BD-0B94-53BA26917703}"/>
          </ac:spMkLst>
        </pc:spChg>
        <pc:spChg chg="mod">
          <ac:chgData name="mio sasaki" userId="4a654686f18dab2c" providerId="LiveId" clId="{14D7E5BE-DE1B-417A-B5B0-45924947C239}" dt="2025-01-30T05:44:10.905" v="53" actId="1076"/>
          <ac:spMkLst>
            <pc:docMk/>
            <pc:sldMk cId="1214638267" sldId="257"/>
            <ac:spMk id="10" creationId="{80062F60-1B0B-9E7C-9B92-95FF813A8C83}"/>
          </ac:spMkLst>
        </pc:spChg>
        <pc:spChg chg="mod">
          <ac:chgData name="mio sasaki" userId="4a654686f18dab2c" providerId="LiveId" clId="{14D7E5BE-DE1B-417A-B5B0-45924947C239}" dt="2025-01-30T05:46:04.804" v="67" actId="1076"/>
          <ac:spMkLst>
            <pc:docMk/>
            <pc:sldMk cId="1214638267" sldId="257"/>
            <ac:spMk id="11" creationId="{92BDEE35-100E-D40F-B8E0-A64CE619D11C}"/>
          </ac:spMkLst>
        </pc:spChg>
        <pc:spChg chg="mod">
          <ac:chgData name="mio sasaki" userId="4a654686f18dab2c" providerId="LiveId" clId="{14D7E5BE-DE1B-417A-B5B0-45924947C239}" dt="2025-01-30T05:46:04.804" v="67" actId="1076"/>
          <ac:spMkLst>
            <pc:docMk/>
            <pc:sldMk cId="1214638267" sldId="257"/>
            <ac:spMk id="12" creationId="{BB311609-2DFB-E7CA-4D5C-B288AD66F6B1}"/>
          </ac:spMkLst>
        </pc:spChg>
        <pc:spChg chg="mod">
          <ac:chgData name="mio sasaki" userId="4a654686f18dab2c" providerId="LiveId" clId="{14D7E5BE-DE1B-417A-B5B0-45924947C239}" dt="2025-01-30T05:46:04.804" v="67" actId="1076"/>
          <ac:spMkLst>
            <pc:docMk/>
            <pc:sldMk cId="1214638267" sldId="257"/>
            <ac:spMk id="13" creationId="{C655953E-4172-343E-BBE1-D93CB9EF9052}"/>
          </ac:spMkLst>
        </pc:spChg>
        <pc:spChg chg="mod">
          <ac:chgData name="mio sasaki" userId="4a654686f18dab2c" providerId="LiveId" clId="{14D7E5BE-DE1B-417A-B5B0-45924947C239}" dt="2025-01-30T05:50:26.680" v="137" actId="14100"/>
          <ac:spMkLst>
            <pc:docMk/>
            <pc:sldMk cId="1214638267" sldId="257"/>
            <ac:spMk id="14" creationId="{DBBBD15F-C6EB-C7D9-1B3A-D43A6C78E284}"/>
          </ac:spMkLst>
        </pc:spChg>
        <pc:spChg chg="add mod">
          <ac:chgData name="mio sasaki" userId="4a654686f18dab2c" providerId="LiveId" clId="{14D7E5BE-DE1B-417A-B5B0-45924947C239}" dt="2025-01-30T05:49:28.082" v="89" actId="1076"/>
          <ac:spMkLst>
            <pc:docMk/>
            <pc:sldMk cId="1214638267" sldId="257"/>
            <ac:spMk id="15" creationId="{3519F1DD-2FC8-B95C-05E8-DD9C92EBFB22}"/>
          </ac:spMkLst>
        </pc:spChg>
        <pc:spChg chg="add mod">
          <ac:chgData name="mio sasaki" userId="4a654686f18dab2c" providerId="LiveId" clId="{14D7E5BE-DE1B-417A-B5B0-45924947C239}" dt="2025-01-30T05:49:44.207" v="95" actId="20577"/>
          <ac:spMkLst>
            <pc:docMk/>
            <pc:sldMk cId="1214638267" sldId="257"/>
            <ac:spMk id="16" creationId="{EE202427-8B91-4C62-9B86-95DA84DB3CC2}"/>
          </ac:spMkLst>
        </pc:spChg>
        <pc:spChg chg="del">
          <ac:chgData name="mio sasaki" userId="4a654686f18dab2c" providerId="LiveId" clId="{14D7E5BE-DE1B-417A-B5B0-45924947C239}" dt="2025-01-30T05:44:20.897" v="54" actId="478"/>
          <ac:spMkLst>
            <pc:docMk/>
            <pc:sldMk cId="1214638267" sldId="257"/>
            <ac:spMk id="17" creationId="{5BFB447D-009D-3A90-06A2-268875BF87AB}"/>
          </ac:spMkLst>
        </pc:spChg>
        <pc:spChg chg="mod">
          <ac:chgData name="mio sasaki" userId="4a654686f18dab2c" providerId="LiveId" clId="{14D7E5BE-DE1B-417A-B5B0-45924947C239}" dt="2025-01-30T05:45:56.411" v="66" actId="1076"/>
          <ac:spMkLst>
            <pc:docMk/>
            <pc:sldMk cId="1214638267" sldId="257"/>
            <ac:spMk id="18" creationId="{453A8B66-DDAE-BB7B-21AC-4AC4FD6E7B6A}"/>
          </ac:spMkLst>
        </pc:spChg>
        <pc:spChg chg="add mod">
          <ac:chgData name="mio sasaki" userId="4a654686f18dab2c" providerId="LiveId" clId="{14D7E5BE-DE1B-417A-B5B0-45924947C239}" dt="2025-01-30T05:49:47.695" v="99" actId="20577"/>
          <ac:spMkLst>
            <pc:docMk/>
            <pc:sldMk cId="1214638267" sldId="257"/>
            <ac:spMk id="19" creationId="{F086921C-D5CD-2ACC-9B43-96798D8D272B}"/>
          </ac:spMkLst>
        </pc:spChg>
        <pc:spChg chg="mod">
          <ac:chgData name="mio sasaki" userId="4a654686f18dab2c" providerId="LiveId" clId="{14D7E5BE-DE1B-417A-B5B0-45924947C239}" dt="2025-01-30T05:45:43.369" v="64" actId="1076"/>
          <ac:spMkLst>
            <pc:docMk/>
            <pc:sldMk cId="1214638267" sldId="257"/>
            <ac:spMk id="20" creationId="{813A4CC7-4594-FAF5-4A12-582324990789}"/>
          </ac:spMkLst>
        </pc:spChg>
        <pc:spChg chg="mod">
          <ac:chgData name="mio sasaki" userId="4a654686f18dab2c" providerId="LiveId" clId="{14D7E5BE-DE1B-417A-B5B0-45924947C239}" dt="2025-01-30T05:45:43.369" v="64" actId="1076"/>
          <ac:spMkLst>
            <pc:docMk/>
            <pc:sldMk cId="1214638267" sldId="257"/>
            <ac:spMk id="21" creationId="{BAA086EE-98CF-6AF2-D73D-9AD185824B73}"/>
          </ac:spMkLst>
        </pc:spChg>
        <pc:spChg chg="mod">
          <ac:chgData name="mio sasaki" userId="4a654686f18dab2c" providerId="LiveId" clId="{14D7E5BE-DE1B-417A-B5B0-45924947C239}" dt="2025-01-30T05:45:43.369" v="64" actId="1076"/>
          <ac:spMkLst>
            <pc:docMk/>
            <pc:sldMk cId="1214638267" sldId="257"/>
            <ac:spMk id="22" creationId="{B22C22D0-FB02-703F-B061-AF12F96C1F5C}"/>
          </ac:spMkLst>
        </pc:spChg>
        <pc:spChg chg="add mod">
          <ac:chgData name="mio sasaki" userId="4a654686f18dab2c" providerId="LiveId" clId="{14D7E5BE-DE1B-417A-B5B0-45924947C239}" dt="2025-01-30T05:49:37.149" v="91" actId="1076"/>
          <ac:spMkLst>
            <pc:docMk/>
            <pc:sldMk cId="1214638267" sldId="257"/>
            <ac:spMk id="23" creationId="{A72B6B4B-86DA-0E13-65DD-CC202168F897}"/>
          </ac:spMkLst>
        </pc:spChg>
      </pc:sldChg>
      <pc:sldChg chg="delSp new mod">
        <pc:chgData name="mio sasaki" userId="4a654686f18dab2c" providerId="LiveId" clId="{14D7E5BE-DE1B-417A-B5B0-45924947C239}" dt="2025-01-30T18:04:50.545" v="147" actId="478"/>
        <pc:sldMkLst>
          <pc:docMk/>
          <pc:sldMk cId="331711909" sldId="258"/>
        </pc:sldMkLst>
        <pc:spChg chg="del">
          <ac:chgData name="mio sasaki" userId="4a654686f18dab2c" providerId="LiveId" clId="{14D7E5BE-DE1B-417A-B5B0-45924947C239}" dt="2025-01-30T18:04:46.805" v="146" actId="478"/>
          <ac:spMkLst>
            <pc:docMk/>
            <pc:sldMk cId="331711909" sldId="258"/>
            <ac:spMk id="2" creationId="{749A091C-80D0-78AA-88E5-2D94847FC051}"/>
          </ac:spMkLst>
        </pc:spChg>
        <pc:spChg chg="del">
          <ac:chgData name="mio sasaki" userId="4a654686f18dab2c" providerId="LiveId" clId="{14D7E5BE-DE1B-417A-B5B0-45924947C239}" dt="2025-01-30T18:04:50.545" v="147" actId="478"/>
          <ac:spMkLst>
            <pc:docMk/>
            <pc:sldMk cId="331711909" sldId="258"/>
            <ac:spMk id="3" creationId="{37E4F3AD-7739-340C-3F75-1628CBEAFF9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6C2957-4CCC-0ACF-1F0E-03E975EB32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EC61A0F-6087-F900-F532-082480EF4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FC5A8A-A68D-A55F-0D12-74A6DFAEB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8124A8-4B44-577F-EB18-F38B8C5A5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C3CB8B-4231-604C-E0D4-7993C34B7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6932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350A6D-6331-EFBA-6E5F-9190621B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4F2E14-8358-6A1F-8D99-C59282230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640779-830A-9BEB-C831-19F19102B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91B882-3A18-AE13-EFF4-316CD4DED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4178B7-55C9-8F60-549D-715AD157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0705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21C96-79FC-645A-88B3-8DAAA61C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C146D0-D8F4-E95F-ABEC-E51B9FE47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1660D7-D02A-B7D1-924F-2838A389A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BC3F6C-7770-9679-3D8B-F7D9E245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C4E11C-6239-3B33-2CAB-2022E63E9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768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C1F101-C341-A020-E81D-9A103253C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9F1EB0-B4AD-BE1F-EDCC-5A9B179638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83C969-1391-D90C-2C4D-1BCCD2B3F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39F244-6F10-B514-7989-A088744B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3955A8A-1C2D-3FCE-E2CD-00F2A056D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E56C362-7371-E469-8F5F-560004436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925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EF5A90-6638-4A4D-E844-1CCB63403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69B0A3-653C-FE5D-206A-B3CE17017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1642FC3-A3D4-53D3-7489-9F2A46C9FB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9156A8C-4BF0-17CF-0502-893847CDD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6552593-75BA-7354-6A0A-ED32C1E177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561CA5A-A0B7-191E-45BC-1334B504F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DDD0E91-A4A6-D206-717E-DA34ECB0A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DD28B3F-B184-FEEE-6806-859EC80C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22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4E5C3E-EA17-DDB4-0FD8-E1C03F9DF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5944DB4-547A-2200-50CE-C608D5B80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69DEEA-A5A0-4FB6-579E-62F897114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E34BE82-276F-8628-B4EA-A16A150C7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438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153C1E7-B6E4-3BF5-4B7D-004C017F4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D199C2E-5D0A-3FE3-F01A-AD27E9133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B69C2D-BC02-D7CD-62A4-D5CE57C7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525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4BB012-E469-4E56-DF6B-26CA41A35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F26390C-4F92-EC26-8BCB-A3562531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8747AB8-5BAB-CE02-A760-052F40E96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7B719A-1854-B136-5476-21D4AA124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4A9B31-C625-5DAB-8913-02B3F649A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51AE6CE-0FC6-75EB-14BB-29025625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3624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128C5C-F180-DA1A-BD65-63E67580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709BE36-AFD4-6369-D647-261F33F01C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4C6F8-0B88-95C0-651E-2E3E5A97E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7FA1B7-533E-3657-E67D-2AFA49E5E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6B21F4-E14E-4FB5-F2F4-102E118F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878D9B-53C4-3796-A7CE-3326AA65D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4479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D0EDFA-2A43-484A-FBA1-BCE7C2AD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9B24D6A-8E7C-E954-E677-103B48D8BA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875933-AF90-A72D-71DE-DB9F9DD6B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4C2EF1-9D51-834A-DFE6-41048D22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16E6AC-AA9B-2911-37EB-8FAE291E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798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75FBC34-173B-0B03-B455-586923399C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91386D-B8BA-D65B-1BAF-874D5DCDE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5315CA-7908-C822-5F58-023AD110A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E15F84-0364-46F5-0B32-53FF1AAFF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F31214-1B3B-F938-51E8-7C070E4E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4985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3A8780-4027-E420-12B4-4621261DB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78D7AF5-F92D-62EF-74CA-921830F1A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89191A-A30D-AC6A-B4AA-B3F46E01C4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24DFA6-3E1C-447A-9FDB-AE240EF22FDB}" type="datetimeFigureOut">
              <a:rPr kumimoji="1" lang="ja-JP" altLang="en-US" smtClean="0"/>
              <a:t>2025/1/30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5C03E9-192F-4A59-5B7E-D97D994009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3AD9A6-4E58-7877-1FDA-5A7D6A406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1ED76-0D6E-4323-9321-5B01DA8807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0961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A8B3E47-63DB-B2FA-3E40-B8277437037E}"/>
              </a:ext>
            </a:extLst>
          </p:cNvPr>
          <p:cNvSpPr/>
          <p:nvPr/>
        </p:nvSpPr>
        <p:spPr>
          <a:xfrm>
            <a:off x="518160" y="417487"/>
            <a:ext cx="11219750" cy="29553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103F3CE-A620-D1BE-A10E-DFE14F09DC54}"/>
              </a:ext>
            </a:extLst>
          </p:cNvPr>
          <p:cNvSpPr/>
          <p:nvPr/>
        </p:nvSpPr>
        <p:spPr>
          <a:xfrm>
            <a:off x="518160" y="3623683"/>
            <a:ext cx="11219750" cy="29553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896890C-E001-5147-5C52-7E9F3F1BB833}"/>
              </a:ext>
            </a:extLst>
          </p:cNvPr>
          <p:cNvSpPr/>
          <p:nvPr/>
        </p:nvSpPr>
        <p:spPr>
          <a:xfrm rot="19824443">
            <a:off x="2869995" y="2438795"/>
            <a:ext cx="401023" cy="2131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2D29D8F-3F9A-370F-FF2D-F87A3F757CBF}"/>
              </a:ext>
            </a:extLst>
          </p:cNvPr>
          <p:cNvSpPr/>
          <p:nvPr/>
        </p:nvSpPr>
        <p:spPr>
          <a:xfrm>
            <a:off x="3203603" y="1704326"/>
            <a:ext cx="45719" cy="7819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4829A55-45DF-E4BD-46A6-51F8BDFF2BD0}"/>
              </a:ext>
            </a:extLst>
          </p:cNvPr>
          <p:cNvSpPr txBox="1"/>
          <p:nvPr/>
        </p:nvSpPr>
        <p:spPr>
          <a:xfrm>
            <a:off x="668823" y="545341"/>
            <a:ext cx="9390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四分音符が基準の場合（例：</a:t>
            </a:r>
            <a:r>
              <a:rPr kumimoji="1"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4</a:t>
            </a:r>
            <a:r>
              <a:rPr kumimoji="1"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分の</a:t>
            </a:r>
            <a:r>
              <a:rPr kumimoji="1"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4</a:t>
            </a:r>
            <a:r>
              <a:rPr kumimoji="1" lang="ja-JP" altLang="en-US" sz="280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拍子）</a:t>
            </a:r>
            <a:endParaRPr kumimoji="1" lang="ja-JP" alt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062F60-1B0B-9E7C-9B92-95FF813A8C83}"/>
              </a:ext>
            </a:extLst>
          </p:cNvPr>
          <p:cNvSpPr txBox="1"/>
          <p:nvPr/>
        </p:nvSpPr>
        <p:spPr>
          <a:xfrm>
            <a:off x="3555094" y="1961776"/>
            <a:ext cx="1567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＝　</a:t>
            </a:r>
            <a:r>
              <a:rPr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180</a:t>
            </a:r>
            <a:endParaRPr kumimoji="1" lang="ja-JP" alt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92BDEE35-100E-D40F-B8E0-A64CE619D11C}"/>
              </a:ext>
            </a:extLst>
          </p:cNvPr>
          <p:cNvSpPr/>
          <p:nvPr/>
        </p:nvSpPr>
        <p:spPr>
          <a:xfrm rot="19824443">
            <a:off x="2649563" y="5651823"/>
            <a:ext cx="401023" cy="2131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B311609-2DFB-E7CA-4D5C-B288AD66F6B1}"/>
              </a:ext>
            </a:extLst>
          </p:cNvPr>
          <p:cNvSpPr/>
          <p:nvPr/>
        </p:nvSpPr>
        <p:spPr>
          <a:xfrm>
            <a:off x="2988252" y="4891195"/>
            <a:ext cx="45719" cy="7819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655953E-4172-343E-BBE1-D93CB9EF9052}"/>
              </a:ext>
            </a:extLst>
          </p:cNvPr>
          <p:cNvSpPr txBox="1"/>
          <p:nvPr/>
        </p:nvSpPr>
        <p:spPr>
          <a:xfrm>
            <a:off x="3334662" y="5174804"/>
            <a:ext cx="1567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＝　</a:t>
            </a:r>
            <a:r>
              <a:rPr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45</a:t>
            </a:r>
            <a:endParaRPr kumimoji="1" lang="ja-JP" alt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BBBD15F-C6EB-C7D9-1B3A-D43A6C78E284}"/>
              </a:ext>
            </a:extLst>
          </p:cNvPr>
          <p:cNvSpPr txBox="1"/>
          <p:nvPr/>
        </p:nvSpPr>
        <p:spPr>
          <a:xfrm>
            <a:off x="668824" y="3815825"/>
            <a:ext cx="8576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その他の音符が基準の場合（例：</a:t>
            </a:r>
            <a:r>
              <a:rPr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8</a:t>
            </a:r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分の</a:t>
            </a:r>
            <a:r>
              <a:rPr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6</a:t>
            </a:r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拍子）</a:t>
            </a:r>
            <a:endParaRPr kumimoji="1" lang="ja-JP" alt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453A8B66-DDAE-BB7B-21AC-4AC4FD6E7B6A}"/>
              </a:ext>
            </a:extLst>
          </p:cNvPr>
          <p:cNvSpPr/>
          <p:nvPr/>
        </p:nvSpPr>
        <p:spPr>
          <a:xfrm>
            <a:off x="5493124" y="4811992"/>
            <a:ext cx="3024750" cy="1189465"/>
          </a:xfrm>
          <a:prstGeom prst="rightArrow">
            <a:avLst>
              <a:gd name="adj1" fmla="val 50000"/>
              <a:gd name="adj2" fmla="val 8066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四分音符基準に直す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813A4CC7-4594-FAF5-4A12-582324990789}"/>
              </a:ext>
            </a:extLst>
          </p:cNvPr>
          <p:cNvSpPr/>
          <p:nvPr/>
        </p:nvSpPr>
        <p:spPr>
          <a:xfrm rot="19824443">
            <a:off x="9014877" y="5633002"/>
            <a:ext cx="401023" cy="21316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AA086EE-98CF-6AF2-D73D-9AD185824B73}"/>
              </a:ext>
            </a:extLst>
          </p:cNvPr>
          <p:cNvSpPr/>
          <p:nvPr/>
        </p:nvSpPr>
        <p:spPr>
          <a:xfrm>
            <a:off x="9348485" y="4898533"/>
            <a:ext cx="45719" cy="7819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22C22D0-FB02-703F-B061-AF12F96C1F5C}"/>
              </a:ext>
            </a:extLst>
          </p:cNvPr>
          <p:cNvSpPr txBox="1"/>
          <p:nvPr/>
        </p:nvSpPr>
        <p:spPr>
          <a:xfrm>
            <a:off x="9699976" y="5155983"/>
            <a:ext cx="1567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＝　</a:t>
            </a:r>
            <a:r>
              <a:rPr lang="en-US" altLang="ja-JP" sz="28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90</a:t>
            </a:r>
            <a:endParaRPr kumimoji="1" lang="ja-JP" alt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1AD9725-C410-5FE6-1D41-F0FBB623394B}"/>
              </a:ext>
            </a:extLst>
          </p:cNvPr>
          <p:cNvSpPr/>
          <p:nvPr/>
        </p:nvSpPr>
        <p:spPr>
          <a:xfrm>
            <a:off x="3115174" y="5758406"/>
            <a:ext cx="90690" cy="9144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B85C44B-8123-EB1C-1279-9B38087DFD05}"/>
              </a:ext>
            </a:extLst>
          </p:cNvPr>
          <p:cNvSpPr txBox="1"/>
          <p:nvPr/>
        </p:nvSpPr>
        <p:spPr>
          <a:xfrm>
            <a:off x="1336997" y="1196415"/>
            <a:ext cx="914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4</a:t>
            </a:r>
            <a:endParaRPr kumimoji="1" lang="ja-JP" altLang="en-US" sz="6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8F6715-A06A-00BD-0B94-53BA26917703}"/>
              </a:ext>
            </a:extLst>
          </p:cNvPr>
          <p:cNvSpPr txBox="1"/>
          <p:nvPr/>
        </p:nvSpPr>
        <p:spPr>
          <a:xfrm>
            <a:off x="1312909" y="2054297"/>
            <a:ext cx="914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4</a:t>
            </a:r>
            <a:endParaRPr kumimoji="1" lang="ja-JP" altLang="en-US" sz="6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519F1DD-2FC8-B95C-05E8-DD9C92EBFB22}"/>
              </a:ext>
            </a:extLst>
          </p:cNvPr>
          <p:cNvSpPr/>
          <p:nvPr/>
        </p:nvSpPr>
        <p:spPr>
          <a:xfrm>
            <a:off x="1110279" y="2139396"/>
            <a:ext cx="1072515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E202427-8B91-4C62-9B86-95DA84DB3CC2}"/>
              </a:ext>
            </a:extLst>
          </p:cNvPr>
          <p:cNvSpPr txBox="1"/>
          <p:nvPr/>
        </p:nvSpPr>
        <p:spPr>
          <a:xfrm>
            <a:off x="1274063" y="4443679"/>
            <a:ext cx="914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6</a:t>
            </a:r>
            <a:endParaRPr kumimoji="1" lang="ja-JP" altLang="en-US" sz="6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086921C-D5CD-2ACC-9B43-96798D8D272B}"/>
              </a:ext>
            </a:extLst>
          </p:cNvPr>
          <p:cNvSpPr txBox="1"/>
          <p:nvPr/>
        </p:nvSpPr>
        <p:spPr>
          <a:xfrm>
            <a:off x="1249975" y="5301561"/>
            <a:ext cx="914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000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8</a:t>
            </a:r>
            <a:endParaRPr kumimoji="1" lang="ja-JP" altLang="en-US" sz="6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72B6B4B-86DA-0E13-65DD-CC202168F897}"/>
              </a:ext>
            </a:extLst>
          </p:cNvPr>
          <p:cNvSpPr/>
          <p:nvPr/>
        </p:nvSpPr>
        <p:spPr>
          <a:xfrm>
            <a:off x="1047345" y="5386660"/>
            <a:ext cx="1072515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4638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711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</TotalTime>
  <Words>46</Words>
  <Application>Microsoft Office PowerPoint</Application>
  <PresentationFormat>ワイド画面</PresentationFormat>
  <Paragraphs>10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ＭＳ 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mio sasaki</dc:creator>
  <cp:lastModifiedBy>mio sasaki</cp:lastModifiedBy>
  <cp:revision>1</cp:revision>
  <dcterms:created xsi:type="dcterms:W3CDTF">2025-01-27T04:59:58Z</dcterms:created>
  <dcterms:modified xsi:type="dcterms:W3CDTF">2025-01-30T18:04:52Z</dcterms:modified>
</cp:coreProperties>
</file>